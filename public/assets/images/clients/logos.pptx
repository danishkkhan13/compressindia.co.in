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3F985-73F8-4016-AC2C-50546F81D459}" v="29" dt="2025-06-13T11:10:10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h Shafaq" userId="f7433ac5f10c562a" providerId="LiveId" clId="{BE73F985-73F8-4016-AC2C-50546F81D459}"/>
    <pc:docChg chg="undo custSel addSld modSld">
      <pc:chgData name="Shaikh Shafaq" userId="f7433ac5f10c562a" providerId="LiveId" clId="{BE73F985-73F8-4016-AC2C-50546F81D459}" dt="2025-06-13T11:10:15.605" v="154" actId="1076"/>
      <pc:docMkLst>
        <pc:docMk/>
      </pc:docMkLst>
      <pc:sldChg chg="addSp delSp modSp mod">
        <pc:chgData name="Shaikh Shafaq" userId="f7433ac5f10c562a" providerId="LiveId" clId="{BE73F985-73F8-4016-AC2C-50546F81D459}" dt="2025-06-13T11:10:15.605" v="154" actId="1076"/>
        <pc:sldMkLst>
          <pc:docMk/>
          <pc:sldMk cId="3545277646" sldId="260"/>
        </pc:sldMkLst>
        <pc:picChg chg="add mod">
          <ac:chgData name="Shaikh Shafaq" userId="f7433ac5f10c562a" providerId="LiveId" clId="{BE73F985-73F8-4016-AC2C-50546F81D459}" dt="2025-06-13T10:47:15.405" v="35" actId="1076"/>
          <ac:picMkLst>
            <pc:docMk/>
            <pc:sldMk cId="3545277646" sldId="260"/>
            <ac:picMk id="3" creationId="{449C7B0C-A2A3-7807-FD3F-DA2A0AD7C34D}"/>
          </ac:picMkLst>
        </pc:picChg>
        <pc:picChg chg="add del mod">
          <ac:chgData name="Shaikh Shafaq" userId="f7433ac5f10c562a" providerId="LiveId" clId="{BE73F985-73F8-4016-AC2C-50546F81D459}" dt="2025-06-13T10:52:38.810" v="81" actId="478"/>
          <ac:picMkLst>
            <pc:docMk/>
            <pc:sldMk cId="3545277646" sldId="260"/>
            <ac:picMk id="4" creationId="{8515A100-1B95-1DDE-54B4-F2F9A7605FA6}"/>
          </ac:picMkLst>
        </pc:picChg>
        <pc:picChg chg="mod">
          <ac:chgData name="Shaikh Shafaq" userId="f7433ac5f10c562a" providerId="LiveId" clId="{BE73F985-73F8-4016-AC2C-50546F81D459}" dt="2025-06-13T10:37:33.644" v="6" actId="1076"/>
          <ac:picMkLst>
            <pc:docMk/>
            <pc:sldMk cId="3545277646" sldId="260"/>
            <ac:picMk id="5" creationId="{ACD606EA-C2A9-F167-8481-B8AC05EC7AB9}"/>
          </ac:picMkLst>
        </pc:picChg>
        <pc:picChg chg="add mod">
          <ac:chgData name="Shaikh Shafaq" userId="f7433ac5f10c562a" providerId="LiveId" clId="{BE73F985-73F8-4016-AC2C-50546F81D459}" dt="2025-06-13T10:47:18.126" v="37" actId="1076"/>
          <ac:picMkLst>
            <pc:docMk/>
            <pc:sldMk cId="3545277646" sldId="260"/>
            <ac:picMk id="6" creationId="{FE8DDA7E-677E-CD4A-B3B5-85D80342E948}"/>
          </ac:picMkLst>
        </pc:picChg>
        <pc:picChg chg="mod">
          <ac:chgData name="Shaikh Shafaq" userId="f7433ac5f10c562a" providerId="LiveId" clId="{BE73F985-73F8-4016-AC2C-50546F81D459}" dt="2025-06-13T10:38:11.678" v="27" actId="1076"/>
          <ac:picMkLst>
            <pc:docMk/>
            <pc:sldMk cId="3545277646" sldId="260"/>
            <ac:picMk id="7" creationId="{2114CBB9-A854-CE83-4449-F23C85458BD8}"/>
          </ac:picMkLst>
        </pc:picChg>
        <pc:picChg chg="mod">
          <ac:chgData name="Shaikh Shafaq" userId="f7433ac5f10c562a" providerId="LiveId" clId="{BE73F985-73F8-4016-AC2C-50546F81D459}" dt="2025-06-13T10:38:58.307" v="34" actId="14100"/>
          <ac:picMkLst>
            <pc:docMk/>
            <pc:sldMk cId="3545277646" sldId="260"/>
            <ac:picMk id="8" creationId="{582AC367-1C35-52C2-568A-766493B60FF4}"/>
          </ac:picMkLst>
        </pc:picChg>
        <pc:picChg chg="add del mod">
          <ac:chgData name="Shaikh Shafaq" userId="f7433ac5f10c562a" providerId="LiveId" clId="{BE73F985-73F8-4016-AC2C-50546F81D459}" dt="2025-06-13T11:09:02.535" v="151" actId="478"/>
          <ac:picMkLst>
            <pc:docMk/>
            <pc:sldMk cId="3545277646" sldId="260"/>
            <ac:picMk id="10" creationId="{4902316B-634E-7DA9-2431-7266BC34BC81}"/>
          </ac:picMkLst>
        </pc:picChg>
        <pc:picChg chg="add mod">
          <ac:chgData name="Shaikh Shafaq" userId="f7433ac5f10c562a" providerId="LiveId" clId="{BE73F985-73F8-4016-AC2C-50546F81D459}" dt="2025-06-13T11:10:15.605" v="154" actId="1076"/>
          <ac:picMkLst>
            <pc:docMk/>
            <pc:sldMk cId="3545277646" sldId="260"/>
            <ac:picMk id="12" creationId="{110953B9-8E48-7A42-2EBE-5A77CD1C4E0E}"/>
          </ac:picMkLst>
        </pc:picChg>
      </pc:sldChg>
      <pc:sldChg chg="addSp delSp modSp new mod">
        <pc:chgData name="Shaikh Shafaq" userId="f7433ac5f10c562a" providerId="LiveId" clId="{BE73F985-73F8-4016-AC2C-50546F81D459}" dt="2025-06-13T10:52:33.445" v="80" actId="1076"/>
        <pc:sldMkLst>
          <pc:docMk/>
          <pc:sldMk cId="2749662014" sldId="261"/>
        </pc:sldMkLst>
        <pc:picChg chg="add mod">
          <ac:chgData name="Shaikh Shafaq" userId="f7433ac5f10c562a" providerId="LiveId" clId="{BE73F985-73F8-4016-AC2C-50546F81D459}" dt="2025-06-13T10:48:16.658" v="48" actId="14100"/>
          <ac:picMkLst>
            <pc:docMk/>
            <pc:sldMk cId="2749662014" sldId="261"/>
            <ac:picMk id="3" creationId="{4C1F9C5A-1DD9-61EE-E0F6-62D65E526689}"/>
          </ac:picMkLst>
        </pc:picChg>
        <pc:picChg chg="add mod">
          <ac:chgData name="Shaikh Shafaq" userId="f7433ac5f10c562a" providerId="LiveId" clId="{BE73F985-73F8-4016-AC2C-50546F81D459}" dt="2025-06-13T10:48:37.288" v="52" actId="1076"/>
          <ac:picMkLst>
            <pc:docMk/>
            <pc:sldMk cId="2749662014" sldId="261"/>
            <ac:picMk id="5" creationId="{BA071A6D-23AA-F820-EC1A-0D34B28A98D5}"/>
          </ac:picMkLst>
        </pc:picChg>
        <pc:picChg chg="add mod">
          <ac:chgData name="Shaikh Shafaq" userId="f7433ac5f10c562a" providerId="LiveId" clId="{BE73F985-73F8-4016-AC2C-50546F81D459}" dt="2025-06-13T10:48:54.382" v="55" actId="1076"/>
          <ac:picMkLst>
            <pc:docMk/>
            <pc:sldMk cId="2749662014" sldId="261"/>
            <ac:picMk id="7" creationId="{BE759ED1-0AC9-36EE-B7C3-24D1805137BD}"/>
          </ac:picMkLst>
        </pc:picChg>
        <pc:picChg chg="add del mod">
          <ac:chgData name="Shaikh Shafaq" userId="f7433ac5f10c562a" providerId="LiveId" clId="{BE73F985-73F8-4016-AC2C-50546F81D459}" dt="2025-06-13T10:49:19.401" v="59" actId="478"/>
          <ac:picMkLst>
            <pc:docMk/>
            <pc:sldMk cId="2749662014" sldId="261"/>
            <ac:picMk id="9" creationId="{61BFBE22-9307-4307-91E7-3E471E72FE4B}"/>
          </ac:picMkLst>
        </pc:picChg>
        <pc:picChg chg="add mod">
          <ac:chgData name="Shaikh Shafaq" userId="f7433ac5f10c562a" providerId="LiveId" clId="{BE73F985-73F8-4016-AC2C-50546F81D459}" dt="2025-06-13T10:51:16.197" v="75" actId="1076"/>
          <ac:picMkLst>
            <pc:docMk/>
            <pc:sldMk cId="2749662014" sldId="261"/>
            <ac:picMk id="11" creationId="{B6845694-D15B-0197-D1E6-BC162E2BA669}"/>
          </ac:picMkLst>
        </pc:picChg>
        <pc:picChg chg="add del mod">
          <ac:chgData name="Shaikh Shafaq" userId="f7433ac5f10c562a" providerId="LiveId" clId="{BE73F985-73F8-4016-AC2C-50546F81D459}" dt="2025-06-13T10:51:08.063" v="71" actId="478"/>
          <ac:picMkLst>
            <pc:docMk/>
            <pc:sldMk cId="2749662014" sldId="261"/>
            <ac:picMk id="13" creationId="{2CD0C7BB-1384-441E-EEDF-914CFED5106D}"/>
          </ac:picMkLst>
        </pc:picChg>
        <pc:picChg chg="add mod">
          <ac:chgData name="Shaikh Shafaq" userId="f7433ac5f10c562a" providerId="LiveId" clId="{BE73F985-73F8-4016-AC2C-50546F81D459}" dt="2025-06-13T10:51:19.879" v="77" actId="14100"/>
          <ac:picMkLst>
            <pc:docMk/>
            <pc:sldMk cId="2749662014" sldId="261"/>
            <ac:picMk id="15" creationId="{36E4ECF3-3913-53BF-352B-E6338029B17F}"/>
          </ac:picMkLst>
        </pc:picChg>
        <pc:picChg chg="add mod">
          <ac:chgData name="Shaikh Shafaq" userId="f7433ac5f10c562a" providerId="LiveId" clId="{BE73F985-73F8-4016-AC2C-50546F81D459}" dt="2025-06-13T10:52:33.445" v="80" actId="1076"/>
          <ac:picMkLst>
            <pc:docMk/>
            <pc:sldMk cId="2749662014" sldId="261"/>
            <ac:picMk id="17" creationId="{0BE4A359-6634-7CB8-CB92-184D276AC550}"/>
          </ac:picMkLst>
        </pc:picChg>
      </pc:sldChg>
      <pc:sldChg chg="addSp modSp new mod">
        <pc:chgData name="Shaikh Shafaq" userId="f7433ac5f10c562a" providerId="LiveId" clId="{BE73F985-73F8-4016-AC2C-50546F81D459}" dt="2025-06-13T11:01:17.453" v="121" actId="1076"/>
        <pc:sldMkLst>
          <pc:docMk/>
          <pc:sldMk cId="2289703590" sldId="262"/>
        </pc:sldMkLst>
        <pc:picChg chg="add mod">
          <ac:chgData name="Shaikh Shafaq" userId="f7433ac5f10c562a" providerId="LiveId" clId="{BE73F985-73F8-4016-AC2C-50546F81D459}" dt="2025-06-13T11:01:00.820" v="114" actId="1076"/>
          <ac:picMkLst>
            <pc:docMk/>
            <pc:sldMk cId="2289703590" sldId="262"/>
            <ac:picMk id="3" creationId="{132EDE12-495E-BF3E-F082-3B71DB0932D6}"/>
          </ac:picMkLst>
        </pc:picChg>
        <pc:picChg chg="add mod">
          <ac:chgData name="Shaikh Shafaq" userId="f7433ac5f10c562a" providerId="LiveId" clId="{BE73F985-73F8-4016-AC2C-50546F81D459}" dt="2025-06-13T11:01:17.453" v="121" actId="1076"/>
          <ac:picMkLst>
            <pc:docMk/>
            <pc:sldMk cId="2289703590" sldId="262"/>
            <ac:picMk id="5" creationId="{E19FC73A-84DF-84C5-C551-41A769430712}"/>
          </ac:picMkLst>
        </pc:picChg>
        <pc:picChg chg="add mod">
          <ac:chgData name="Shaikh Shafaq" userId="f7433ac5f10c562a" providerId="LiveId" clId="{BE73F985-73F8-4016-AC2C-50546F81D459}" dt="2025-06-13T10:56:36.542" v="97" actId="1076"/>
          <ac:picMkLst>
            <pc:docMk/>
            <pc:sldMk cId="2289703590" sldId="262"/>
            <ac:picMk id="7" creationId="{864E467B-AD5E-EB9D-CE61-5223EEB57B6B}"/>
          </ac:picMkLst>
        </pc:picChg>
        <pc:picChg chg="add mod">
          <ac:chgData name="Shaikh Shafaq" userId="f7433ac5f10c562a" providerId="LiveId" clId="{BE73F985-73F8-4016-AC2C-50546F81D459}" dt="2025-06-13T10:59:59.232" v="100" actId="931"/>
          <ac:picMkLst>
            <pc:docMk/>
            <pc:sldMk cId="2289703590" sldId="262"/>
            <ac:picMk id="9" creationId="{E72E6CBB-D95E-25F6-F346-30D824307A22}"/>
          </ac:picMkLst>
        </pc:picChg>
        <pc:picChg chg="add mod">
          <ac:chgData name="Shaikh Shafaq" userId="f7433ac5f10c562a" providerId="LiveId" clId="{BE73F985-73F8-4016-AC2C-50546F81D459}" dt="2025-06-13T10:59:59.232" v="100" actId="931"/>
          <ac:picMkLst>
            <pc:docMk/>
            <pc:sldMk cId="2289703590" sldId="262"/>
            <ac:picMk id="11" creationId="{CB4B6535-7227-BFDB-75AC-CF8188136F1D}"/>
          </ac:picMkLst>
        </pc:picChg>
        <pc:picChg chg="add mod">
          <ac:chgData name="Shaikh Shafaq" userId="f7433ac5f10c562a" providerId="LiveId" clId="{BE73F985-73F8-4016-AC2C-50546F81D459}" dt="2025-06-13T10:59:59.232" v="100" actId="931"/>
          <ac:picMkLst>
            <pc:docMk/>
            <pc:sldMk cId="2289703590" sldId="262"/>
            <ac:picMk id="13" creationId="{444ED49D-0D1B-5A48-C28C-3F2246116633}"/>
          </ac:picMkLst>
        </pc:picChg>
        <pc:picChg chg="add mod">
          <ac:chgData name="Shaikh Shafaq" userId="f7433ac5f10c562a" providerId="LiveId" clId="{BE73F985-73F8-4016-AC2C-50546F81D459}" dt="2025-06-13T11:00:10.561" v="104" actId="571"/>
          <ac:picMkLst>
            <pc:docMk/>
            <pc:sldMk cId="2289703590" sldId="262"/>
            <ac:picMk id="14" creationId="{F89CAEE0-D3C6-269F-3FF1-242AC299E940}"/>
          </ac:picMkLst>
        </pc:picChg>
        <pc:picChg chg="add mod">
          <ac:chgData name="Shaikh Shafaq" userId="f7433ac5f10c562a" providerId="LiveId" clId="{BE73F985-73F8-4016-AC2C-50546F81D459}" dt="2025-06-13T11:00:10.561" v="104" actId="571"/>
          <ac:picMkLst>
            <pc:docMk/>
            <pc:sldMk cId="2289703590" sldId="262"/>
            <ac:picMk id="15" creationId="{2EA71114-0680-974B-3EF1-0E7301B859F2}"/>
          </ac:picMkLst>
        </pc:picChg>
        <pc:picChg chg="add mod">
          <ac:chgData name="Shaikh Shafaq" userId="f7433ac5f10c562a" providerId="LiveId" clId="{BE73F985-73F8-4016-AC2C-50546F81D459}" dt="2025-06-13T11:00:10.333" v="103" actId="571"/>
          <ac:picMkLst>
            <pc:docMk/>
            <pc:sldMk cId="2289703590" sldId="262"/>
            <ac:picMk id="16" creationId="{91DFAED4-B462-60B7-0909-15F986D7AC91}"/>
          </ac:picMkLst>
        </pc:picChg>
        <pc:picChg chg="add mod">
          <ac:chgData name="Shaikh Shafaq" userId="f7433ac5f10c562a" providerId="LiveId" clId="{BE73F985-73F8-4016-AC2C-50546F81D459}" dt="2025-06-13T11:00:10.333" v="103" actId="571"/>
          <ac:picMkLst>
            <pc:docMk/>
            <pc:sldMk cId="2289703590" sldId="262"/>
            <ac:picMk id="17" creationId="{8B5888C5-BC3B-69DB-525E-8FFC01937509}"/>
          </ac:picMkLst>
        </pc:picChg>
        <pc:picChg chg="add mod">
          <ac:chgData name="Shaikh Shafaq" userId="f7433ac5f10c562a" providerId="LiveId" clId="{BE73F985-73F8-4016-AC2C-50546F81D459}" dt="2025-06-13T11:01:07.356" v="117" actId="1076"/>
          <ac:picMkLst>
            <pc:docMk/>
            <pc:sldMk cId="2289703590" sldId="262"/>
            <ac:picMk id="19" creationId="{6EF028BC-F1C5-AC28-F75F-F113ABF9CD02}"/>
          </ac:picMkLst>
        </pc:picChg>
        <pc:picChg chg="add mod">
          <ac:chgData name="Shaikh Shafaq" userId="f7433ac5f10c562a" providerId="LiveId" clId="{BE73F985-73F8-4016-AC2C-50546F81D459}" dt="2025-06-13T11:01:11.711" v="118" actId="1076"/>
          <ac:picMkLst>
            <pc:docMk/>
            <pc:sldMk cId="2289703590" sldId="262"/>
            <ac:picMk id="21" creationId="{5250A527-44E1-A3C6-CECC-1BFC977F0DC9}"/>
          </ac:picMkLst>
        </pc:picChg>
      </pc:sldChg>
      <pc:sldChg chg="addSp modSp new mod">
        <pc:chgData name="Shaikh Shafaq" userId="f7433ac5f10c562a" providerId="LiveId" clId="{BE73F985-73F8-4016-AC2C-50546F81D459}" dt="2025-06-13T11:08:01.620" v="146" actId="1076"/>
        <pc:sldMkLst>
          <pc:docMk/>
          <pc:sldMk cId="3386034537" sldId="263"/>
        </pc:sldMkLst>
        <pc:picChg chg="add mod">
          <ac:chgData name="Shaikh Shafaq" userId="f7433ac5f10c562a" providerId="LiveId" clId="{BE73F985-73F8-4016-AC2C-50546F81D459}" dt="2025-06-13T11:01:37.740" v="125" actId="1076"/>
          <ac:picMkLst>
            <pc:docMk/>
            <pc:sldMk cId="3386034537" sldId="263"/>
            <ac:picMk id="3" creationId="{636DC6E0-E101-DFE1-2E8C-B6F640D7214B}"/>
          </ac:picMkLst>
        </pc:picChg>
        <pc:picChg chg="add mod">
          <ac:chgData name="Shaikh Shafaq" userId="f7433ac5f10c562a" providerId="LiveId" clId="{BE73F985-73F8-4016-AC2C-50546F81D459}" dt="2025-06-13T11:07:53.017" v="141" actId="1076"/>
          <ac:picMkLst>
            <pc:docMk/>
            <pc:sldMk cId="3386034537" sldId="263"/>
            <ac:picMk id="5" creationId="{772E26A2-8EFA-90D4-E080-359915AC8B1B}"/>
          </ac:picMkLst>
        </pc:picChg>
        <pc:picChg chg="add mod">
          <ac:chgData name="Shaikh Shafaq" userId="f7433ac5f10c562a" providerId="LiveId" clId="{BE73F985-73F8-4016-AC2C-50546F81D459}" dt="2025-06-13T11:07:54.538" v="142" actId="1076"/>
          <ac:picMkLst>
            <pc:docMk/>
            <pc:sldMk cId="3386034537" sldId="263"/>
            <ac:picMk id="7" creationId="{A5FFE9D5-4ECE-C69E-8AB1-97B380F4BE77}"/>
          </ac:picMkLst>
        </pc:picChg>
        <pc:picChg chg="add mod">
          <ac:chgData name="Shaikh Shafaq" userId="f7433ac5f10c562a" providerId="LiveId" clId="{BE73F985-73F8-4016-AC2C-50546F81D459}" dt="2025-06-13T11:08:00.434" v="145" actId="1076"/>
          <ac:picMkLst>
            <pc:docMk/>
            <pc:sldMk cId="3386034537" sldId="263"/>
            <ac:picMk id="9" creationId="{D82BCC12-CEAD-4FDB-6F2D-E2427C1E1A52}"/>
          </ac:picMkLst>
        </pc:picChg>
        <pc:picChg chg="add mod">
          <ac:chgData name="Shaikh Shafaq" userId="f7433ac5f10c562a" providerId="LiveId" clId="{BE73F985-73F8-4016-AC2C-50546F81D459}" dt="2025-06-13T11:08:01.620" v="146" actId="1076"/>
          <ac:picMkLst>
            <pc:docMk/>
            <pc:sldMk cId="3386034537" sldId="263"/>
            <ac:picMk id="11" creationId="{0B669360-7A3A-F0F1-5AF0-A2BA400352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98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6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85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52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0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4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8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79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5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1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D46-C99A-41EE-A0D6-6EFFBF62F01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8FD9F-67A1-44DE-8506-77931426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6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500" y="763836"/>
            <a:ext cx="2687000" cy="26950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E97EE5-4D89-B0F7-FEB5-4790B25E3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00" y="1001240"/>
            <a:ext cx="3684814" cy="22202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B2FA3A-C0C6-38AC-0E2A-E3F8C82477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386" y="1555662"/>
            <a:ext cx="4066513" cy="14688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6946E2-50A4-1932-A699-2D4A4B2011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68" y="4729648"/>
            <a:ext cx="4215232" cy="9034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A1E49B-D2D5-D36A-A414-15801553F5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098" y="3986479"/>
            <a:ext cx="2661288" cy="26317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586774-DEA8-1217-01AB-06C4D63397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622" y="3986479"/>
            <a:ext cx="3256040" cy="205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5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789" y="347649"/>
            <a:ext cx="3162741" cy="2591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890" y="138070"/>
            <a:ext cx="2867425" cy="280074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852" y="3705460"/>
            <a:ext cx="4899630" cy="20235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DFDD49-E88E-A439-7F79-B48F8C6760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58" y="3778885"/>
            <a:ext cx="4996964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9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78" y="1039214"/>
            <a:ext cx="5804897" cy="18730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64" y="4069702"/>
            <a:ext cx="4378142" cy="12156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341BA6-95C6-EE98-1A80-DE851A473B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901" y="1151847"/>
            <a:ext cx="3320423" cy="17604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D69E31-206D-93F2-62ED-DF66987543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095" y="4096892"/>
            <a:ext cx="4735781" cy="118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7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D84F91-664B-38F3-FB57-E9329A0BF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46" y="467825"/>
            <a:ext cx="2739853" cy="2928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36AF9F-53EB-323F-B56C-4D75B6E94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99" y="1104824"/>
            <a:ext cx="4472398" cy="1840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BF4C84-EB1A-D7FE-F65A-B193C35E8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4" y="3664635"/>
            <a:ext cx="2972215" cy="1714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90DAB7-4BAF-BB76-32BB-DF9E9EB9B3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997" y="816569"/>
            <a:ext cx="3984793" cy="24165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1E8C27-BAF5-3D92-7467-D139B65925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573" y="3664635"/>
            <a:ext cx="5199042" cy="184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0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606EA-C2A9-F167-8481-B8AC05EC7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14" y="643311"/>
            <a:ext cx="3846351" cy="2482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14CBB9-A854-CE83-4449-F23C85458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365" y="975921"/>
            <a:ext cx="3354278" cy="1817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2AC367-1C35-52C2-568A-766493B60F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077" y="1218057"/>
            <a:ext cx="3501540" cy="13328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9C7B0C-A2A3-7807-FD3F-DA2A0AD7C3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52" y="3732353"/>
            <a:ext cx="3905623" cy="19478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8DDA7E-677E-CD4A-B3B5-85D80342E9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446" y="3392100"/>
            <a:ext cx="2489979" cy="24899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0953B9-8E48-7A42-2EBE-5A77CD1C4E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197" y="3690886"/>
            <a:ext cx="3748420" cy="189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77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1F9C5A-1DD9-61EE-E0F6-62D65E526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88" y="611901"/>
            <a:ext cx="2456397" cy="2218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071A6D-23AA-F820-EC1A-0D34B28A9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071" y="396954"/>
            <a:ext cx="2977346" cy="243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759ED1-0AC9-36EE-B7C3-24D1805137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69" y="841082"/>
            <a:ext cx="1886708" cy="22275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845694-D15B-0197-D1E6-BC162E2BA6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14" y="4027947"/>
            <a:ext cx="2790343" cy="14021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E4ECF3-3913-53BF-352B-E6338029B1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040" y="3713648"/>
            <a:ext cx="3073677" cy="22369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E4A359-6634-7CB8-CB92-184D276AC5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157" y="3610545"/>
            <a:ext cx="2603038" cy="22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62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2EDE12-495E-BF3E-F082-3B71DB093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14" y="937282"/>
            <a:ext cx="3424715" cy="1898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9FC73A-84DF-84C5-C551-41A769430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929" y="937280"/>
            <a:ext cx="4786853" cy="2134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4E467B-AD5E-EB9D-CE61-5223EEB57B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118" y="224405"/>
            <a:ext cx="2915057" cy="33246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F028BC-F1C5-AC28-F75F-F113ABF9CD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50" y="3549094"/>
            <a:ext cx="3747568" cy="21342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250A527-44E1-A3C6-CECC-1BFC977F0D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294" y="4010081"/>
            <a:ext cx="4871148" cy="142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0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DC6E0-E101-DFE1-2E8C-B6F640D72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42" y="372180"/>
            <a:ext cx="3857223" cy="2370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2E26A2-8EFA-90D4-E080-359915AC8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543" y="549294"/>
            <a:ext cx="2254594" cy="2511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FFE9D5-4ECE-C69E-8AB1-97B380F4BE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288" y="903524"/>
            <a:ext cx="3429406" cy="2157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2BCC12-CEAD-4FDB-6F2D-E2427C1E1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58" y="3782146"/>
            <a:ext cx="3355260" cy="24851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669360-7A3A-F0F1-5AF0-A2BA400352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600" y="4610302"/>
            <a:ext cx="4839375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3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Shaikh Shafaq</cp:lastModifiedBy>
  <cp:revision>5</cp:revision>
  <dcterms:created xsi:type="dcterms:W3CDTF">2025-06-11T09:19:58Z</dcterms:created>
  <dcterms:modified xsi:type="dcterms:W3CDTF">2025-06-13T11:10:19Z</dcterms:modified>
</cp:coreProperties>
</file>